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Bitter Medium" panose="020B0604020202020204" charset="0"/>
      <p:regular r:id="rId12"/>
    </p:embeddedFont>
    <p:embeddedFont>
      <p:font typeface="Open Sans" panose="020B0606030504020204" pitchFamily="34" charset="0"/>
      <p:regular r:id="rId13"/>
      <p:bold r:id="rId14"/>
      <p: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524C8-080F-4B7E-836B-182DE4D9073D}" v="1" dt="2025-05-09T02:17:18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 Kumar" userId="9b142ff03612a086" providerId="LiveId" clId="{390524C8-080F-4B7E-836B-182DE4D9073D}"/>
    <pc:docChg chg="addSld modSld sldOrd">
      <pc:chgData name="Ankit Kumar" userId="9b142ff03612a086" providerId="LiveId" clId="{390524C8-080F-4B7E-836B-182DE4D9073D}" dt="2025-05-09T02:17:33.021" v="6" actId="20577"/>
      <pc:docMkLst>
        <pc:docMk/>
      </pc:docMkLst>
      <pc:sldChg chg="modSp mod">
        <pc:chgData name="Ankit Kumar" userId="9b142ff03612a086" providerId="LiveId" clId="{390524C8-080F-4B7E-836B-182DE4D9073D}" dt="2025-05-09T02:17:33.021" v="6" actId="20577"/>
        <pc:sldMkLst>
          <pc:docMk/>
          <pc:sldMk cId="0" sldId="260"/>
        </pc:sldMkLst>
        <pc:spChg chg="mod">
          <ac:chgData name="Ankit Kumar" userId="9b142ff03612a086" providerId="LiveId" clId="{390524C8-080F-4B7E-836B-182DE4D9073D}" dt="2025-05-09T02:17:33.021" v="6" actId="20577"/>
          <ac:spMkLst>
            <pc:docMk/>
            <pc:sldMk cId="0" sldId="260"/>
            <ac:spMk id="5" creationId="{00000000-0000-0000-0000-000000000000}"/>
          </ac:spMkLst>
        </pc:spChg>
      </pc:sldChg>
      <pc:sldChg chg="addSp modSp new ord">
        <pc:chgData name="Ankit Kumar" userId="9b142ff03612a086" providerId="LiveId" clId="{390524C8-080F-4B7E-836B-182DE4D9073D}" dt="2025-05-09T02:17:18.271" v="3" actId="931"/>
        <pc:sldMkLst>
          <pc:docMk/>
          <pc:sldMk cId="3718046282" sldId="264"/>
        </pc:sldMkLst>
        <pc:picChg chg="add mod">
          <ac:chgData name="Ankit Kumar" userId="9b142ff03612a086" providerId="LiveId" clId="{390524C8-080F-4B7E-836B-182DE4D9073D}" dt="2025-05-09T02:17:18.271" v="3" actId="931"/>
          <ac:picMkLst>
            <pc:docMk/>
            <pc:sldMk cId="3718046282" sldId="264"/>
            <ac:picMk id="3" creationId="{B0666D33-2C47-2453-5451-B1FB3143BF1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BE0F5-F0D7-814D-95BE-73DE22E354B9}" type="datetimeFigureOut">
              <a:rPr lang="en-US"/>
              <a:t>5/9/2025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BD211-DC7E-C746-9775-135EA04E92D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17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03390" y="10189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SMART BLIND STICK (ECHOPATH)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403390" y="270855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AJAY KUMAR GARG ENGINEERING COLLEGE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Department of Electronics and Communication Engineering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03390" y="375189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Ankit Kumar Yadav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Roll No. 2300270310039 (ECE-I)
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Shobhit Maurya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Roll No. 2300270310176 (ECE-III)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79310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666D33-2C47-2453-5451-B1FB3143B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517" y="0"/>
            <a:ext cx="635736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46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1743" y="661630"/>
            <a:ext cx="4369951" cy="546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Contents Overview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11742" y="1605439"/>
            <a:ext cx="6616065" cy="1301710"/>
          </a:xfrm>
          <a:prstGeom prst="roundRect">
            <a:avLst>
              <a:gd name="adj" fmla="val 564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4147" y="1767959"/>
            <a:ext cx="2184916" cy="27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94147" y="2107678"/>
            <a:ext cx="6251258" cy="55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Setting the stage for what the Smart Blind Stick (EchoPath) is and how it aids visually impaired individuals.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2591" y="1605439"/>
            <a:ext cx="6616065" cy="1301710"/>
          </a:xfrm>
          <a:prstGeom prst="roundRect">
            <a:avLst>
              <a:gd name="adj" fmla="val 564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4996" y="1767959"/>
            <a:ext cx="2184916" cy="27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 rot="10800000" flipV="1">
            <a:off x="7584996" y="2103867"/>
            <a:ext cx="6251258" cy="56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Describes the goals of the project, focusing on obstacle detection and safety.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1742" y="3444241"/>
            <a:ext cx="6616065" cy="1301710"/>
          </a:xfrm>
          <a:prstGeom prst="roundRect">
            <a:avLst>
              <a:gd name="adj" fmla="val 564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4147" y="3635189"/>
            <a:ext cx="2184916" cy="27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Materials Required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94147" y="4012974"/>
            <a:ext cx="625125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list of the key electronic components and tools used in the prototype.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402591" y="3405576"/>
            <a:ext cx="6616065" cy="1301710"/>
          </a:xfrm>
          <a:prstGeom prst="roundRect">
            <a:avLst>
              <a:gd name="adj" fmla="val 564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4996" y="3573928"/>
            <a:ext cx="2212300" cy="27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Component Overview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584996" y="3951713"/>
            <a:ext cx="6251258" cy="55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breakdown of the devices that make the stick smart and interactive.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7933" y="5226546"/>
            <a:ext cx="6616065" cy="1301710"/>
          </a:xfrm>
          <a:prstGeom prst="roundRect">
            <a:avLst>
              <a:gd name="adj" fmla="val 564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4147" y="5314684"/>
            <a:ext cx="2184916" cy="27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94147" y="5612420"/>
            <a:ext cx="6251258" cy="55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Exploration of potential upgrades and features to enhance the assistive technology.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402590" y="5244719"/>
            <a:ext cx="6616065" cy="1301710"/>
          </a:xfrm>
          <a:prstGeom prst="roundRect">
            <a:avLst>
              <a:gd name="adj" fmla="val 564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4996" y="5314684"/>
            <a:ext cx="2184916" cy="27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584996" y="5657659"/>
            <a:ext cx="625125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Summary of the impact and future direction for the device.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40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67075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Smart Blind Stick leverages ultrasonic sensors to detect obstacles ahead. By sending out high-frequency sound waves and measuring their reflections, it accurately calculates distances to barriers in the user's path.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92275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is delivered via a buzzer alert to notify users of nearby obstacles, with an optional vibration motor offering tactile feedback for improved accessibility.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267075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technology aims to increase the safety and independent mobility of visually impaired users, empowering them with confidence in navigating complex environments.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11300" y="14194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Objective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334702" y="2755344"/>
            <a:ext cx="510302" cy="510302"/>
          </a:xfrm>
          <a:prstGeom prst="roundRect">
            <a:avLst>
              <a:gd name="adj" fmla="val 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71818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Assist Detection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71818" y="3323749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Help blind or partially sighted individuals sense obstacles in real time to avoid accidents.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172214" y="2766076"/>
            <a:ext cx="510302" cy="510302"/>
          </a:xfrm>
          <a:prstGeom prst="roundRect">
            <a:avLst>
              <a:gd name="adj" fmla="val 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8114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Real-time Feedback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90417" y="3323748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immediate audio or vibrational cues guiding safe movement and spatial awareness.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34702" y="5301130"/>
            <a:ext cx="510302" cy="510302"/>
          </a:xfrm>
          <a:prstGeom prst="roundRect">
            <a:avLst>
              <a:gd name="adj" fmla="val 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71817" y="53970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Enhanced Safety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071817" y="590481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reliance on traditional canes by integrating smart sensors for proactive hazard alerts.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3542" y="968693"/>
            <a:ext cx="5097423" cy="637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Materials Required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42" y="1947148"/>
            <a:ext cx="509707" cy="5097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27083" y="2032516"/>
            <a:ext cx="168890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ESP32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427083" y="2473404"/>
            <a:ext cx="1688902" cy="1631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Processor with Wi-Fi &amp; Bluetooth for device control and communication.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778" y="1947148"/>
            <a:ext cx="509707" cy="5097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84320" y="2032516"/>
            <a:ext cx="1688902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Ultrasonic Sensor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4084320" y="2792016"/>
            <a:ext cx="1688902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Measures distance to objects using sound waves.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015" y="1947148"/>
            <a:ext cx="509707" cy="5097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41557" y="2032516"/>
            <a:ext cx="1688902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Moisture Sensor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6741557" y="2792016"/>
            <a:ext cx="1688902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wet surfaces to warn users from slipping hazards.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42" y="4547949"/>
            <a:ext cx="509707" cy="50970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27083" y="4633317"/>
            <a:ext cx="168890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Buzzer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1427083" y="5074206"/>
            <a:ext cx="1688902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 alert system indicating nearby obstacles or hazards.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713542" y="6608445"/>
            <a:ext cx="7716917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Additional components include jumper wires for connections and a rechargeable battery for power autonomy.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9800" y="854452"/>
            <a:ext cx="57440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Component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899800" y="1714812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64074" y="1712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ESP32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64074" y="2202699"/>
            <a:ext cx="70462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main microcontroller that processes sensor data and manages communication via Wi-Fi and Bluetooth.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99800" y="3196233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64074" y="3291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Ultrasonic Sensor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364074" y="3716451"/>
            <a:ext cx="6706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emits and receives sound waves to calculate distance and detect obstacles in front of the stick.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9799" y="4639271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64073" y="46502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Moisture Sensor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64073" y="5129689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Alerts when the stick encounters wet or slippery surfaces, enhancing safety beyond obstacle detection.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899799" y="6082308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64072" y="61629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Buzzer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64072" y="6596739"/>
            <a:ext cx="60255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immediate sound alerts to the user to help identify hazards in their surroundings.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27829" y="572333"/>
            <a:ext cx="5198864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Scope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29" y="1534001"/>
            <a:ext cx="1039773" cy="15307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79427" y="1741884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GPS Integration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2079427" y="2191345"/>
            <a:ext cx="6336744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Adding GPS will enable real-time navigation and route guidance for outdoor use.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29" y="3064788"/>
            <a:ext cx="1039773" cy="15307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79427" y="3272671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Mobile App Support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2079427" y="3722132"/>
            <a:ext cx="6336744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companion app can provide emergency contact features and remote monitoring.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29" y="4595574"/>
            <a:ext cx="1039773" cy="15307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79427" y="4803458"/>
            <a:ext cx="2620447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Object Recognition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079427" y="5252918"/>
            <a:ext cx="6336744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 can help the stick identify specific objects or obstacles for detailed feedback.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29" y="6126361"/>
            <a:ext cx="1039773" cy="153078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079427" y="6334244"/>
            <a:ext cx="3702010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Voice Control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2079427" y="6783705"/>
            <a:ext cx="6336744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Incorporating voice commands will enhance usability</a:t>
            </a:r>
            <a:r>
              <a:rPr lang="en-IN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7065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554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Improved Mobility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323749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prototype enhances independent movement and awareness for visually impaired users.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27554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0919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Safety Enhancement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3323749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obstacle detection reduces accident risk, making navigation safer.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289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5306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Potential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579727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planned upgrades, this device can evolve into a comprehensive smart mobility aid.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516</Words>
  <Application>Microsoft Office PowerPoint</Application>
  <PresentationFormat>Custom</PresentationFormat>
  <Paragraphs>70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Bitter Medium</vt:lpstr>
      <vt:lpstr>Aptos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Ankit Kumar</cp:lastModifiedBy>
  <cp:revision>6</cp:revision>
  <dcterms:created xsi:type="dcterms:W3CDTF">2025-05-08T20:57:50Z</dcterms:created>
  <dcterms:modified xsi:type="dcterms:W3CDTF">2025-05-09T02:17:33Z</dcterms:modified>
</cp:coreProperties>
</file>